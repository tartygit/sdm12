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0"/>
            <a:ext cx="7620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b="true" sz="3600"/>
              <a:t>SDM System Walkthrough</a:t>
            </a:r>
          </a:p>
          <a:p>
            <a:r>
              <a:rPr lang="en-US" sz="1800"/>
              <a:t>An overview of SDLC deliverables dashboard and Maker-Checker structures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400"/>
              <a:t>Functional Features Checklist:
1. Automatic polling and document ingestion.
2. 7-Phase tab and frame display system (P001 to P016).
3. Dual-mode authentication (DB &amp; LDAP Active Directory).
4. Audit logging and real-time activity dashboards.
5. Downloadable approval reports (PDF/Excel) &amp; Swagger API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